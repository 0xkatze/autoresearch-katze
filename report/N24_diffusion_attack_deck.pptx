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1417320"/>
            <a:ext cx="548640" cy="914400"/>
          </a:xfrm>
          <a:prstGeom prst="line">
            <a:avLst/>
          </a:prstGeom>
          <a:noFill/>
          <a:ln w="1905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2331720"/>
            <a:ext cx="868680" cy="-411480"/>
          </a:xfrm>
          <a:prstGeom prst="line">
            <a:avLst/>
          </a:prstGeom>
          <a:noFill/>
          <a:ln w="19050">
            <a:solidFill>
              <a:srgbClr val="E9C46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640080"/>
            <a:ext cx="1554480" cy="1554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1920240"/>
            <a:ext cx="822960" cy="822960"/>
          </a:xfrm>
          <a:prstGeom prst="ellipse">
            <a:avLst/>
          </a:prstGeom>
          <a:solidFill>
            <a:srgbClr val="E63946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103120"/>
            <a:ext cx="502920" cy="502920"/>
          </a:xfrm>
          <a:prstGeom prst="ellipse">
            <a:avLst/>
          </a:prstGeom>
          <a:solidFill>
            <a:srgbClr val="E9C46A">
              <a:alpha val="6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GRAPH ML  ·  EXPERIMENT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Diffusion-Based Node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Attacks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· query-only · injection-only attacks on GNN graph classifiers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dataset  ·  GCN / GIN / GAT / SAGE / median-pool victims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5623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98.43%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68680" y="6144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GCN ASR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11880" y="5623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+3.58 pp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611880" y="6144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baseline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5080" y="5623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−69%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355080" y="6144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2296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6426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761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4871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Black-box, query-only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27632" y="28529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 only output logits — never gradients or weights. All gradients are zeroth-order (CGE) estimates from queries.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286000"/>
            <a:ext cx="82296" cy="1280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642616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7614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51192" y="24871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Injection-only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251192" y="28529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graph is never mutated. Attacker appends new nodes with chosen features + edges. Construction is provably pure.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88620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886200"/>
            <a:ext cx="82296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4242816"/>
            <a:ext cx="566928" cy="56692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3616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27632" y="40873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budget = avg degree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27632" y="44531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injected node connects to at most ⌈2|E|/|N|⌉ original nodes — a stealth constraint, not full connectivity.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88620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63640" y="3886200"/>
            <a:ext cx="82296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9672" y="424281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3616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51192" y="40873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flip the prediction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251192" y="44531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CW-margin objective. Success = the classifier changes its label for a previously-correct graph.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FINDING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Diffusion Failed 3×, Then Worked</a:t>
            </a:r>
            <a:endParaRPr lang="en-US" sz="3000" dirty="0"/>
          </a:p>
        </p:txBody>
      </p:sp>
      <p:pic>
        <p:nvPicPr>
          <p:cNvPr id="5" name="Image 0" descr="figures/chart_mechanism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858000" cy="4151376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818120" y="1554480"/>
            <a:ext cx="3794760" cy="4151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554480"/>
            <a:ext cx="379476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627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228600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feature-space diffusion is inert.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fixed full-connectivity topology, GCN normalization absorbs all feature variation — ~5% of graphs are topology-immune.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edges part of the diffusion state →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gains a dimension that actually changes the prediction. Ceiling broken.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0" y="4736592"/>
            <a:ext cx="3337560" cy="749808"/>
          </a:xfrm>
          <a:prstGeom prst="rect">
            <a:avLst/>
          </a:prstGeom>
          <a:solidFill>
            <a:srgbClr val="EAF6F2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0" y="4736592"/>
            <a:ext cx="82296" cy="7498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7914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67.3%  →  97.7%</a:t>
            </a:r>
            <a:endParaRPr lang="en-US" sz="1800" dirty="0"/>
          </a:p>
          <a:p>
            <a:pPr indent="0" marL="0">
              <a:buNone/>
            </a:pPr>
            <a:r>
              <a:rPr lang="en-US" sz="1050" dirty="0">
                <a:solidFill>
                  <a:srgbClr val="3A61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 edges entered the diffusion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N24 Tuning Stack  (94.85% → 98.43%)</a:t>
            </a:r>
            <a:endParaRPr lang="en-US" sz="3000" dirty="0"/>
          </a:p>
        </p:txBody>
      </p:sp>
      <p:pic>
        <p:nvPicPr>
          <p:cNvPr id="5" name="Image 0" descr="figures/chart_asr_pro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766560" cy="3877056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91640"/>
            <a:ext cx="3840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09560" y="1810512"/>
            <a:ext cx="438912" cy="43891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019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1746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Baseline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4582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5-restart Adam + zeroth-order CGE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772400" y="2487168"/>
            <a:ext cx="3840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909560" y="260604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974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5420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Joint X+A diffusion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45820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DDIM + greedy edge search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772400" y="3282696"/>
            <a:ext cx="3840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09560" y="340156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49300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33375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Budget ≤ 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45820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budget as upper bound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772400" y="4078224"/>
            <a:ext cx="3840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09560" y="4197096"/>
            <a:ext cx="438912" cy="438912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8853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58200" y="4133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k_sweep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458200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stuck graphs at other k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772400" y="4873752"/>
            <a:ext cx="3840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909560" y="4992624"/>
            <a:ext cx="438912" cy="43891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08406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458200" y="4928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Per-node escalation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8458200" y="5239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m=2 with independent edge masks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Each Tier Earns Its Keep</a:t>
            </a:r>
            <a:endParaRPr lang="en-US" sz="3000" dirty="0"/>
          </a:p>
        </p:txBody>
      </p:sp>
      <p:pic>
        <p:nvPicPr>
          <p:cNvPr id="5" name="Image 0" descr="figures/chart_diffusion_con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315200" cy="4032504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29600" y="1600200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30768" y="1911096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2011680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17647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0 &amp; 4 fully solved by the baseline alone — diffusion never fires.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229600" y="3044952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30768" y="33558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456432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20954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1–2 are where joint diffusion + escalation rescue 30 graphs Adam missed.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229600" y="4489704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0768" y="4800600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490118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8280" y="46542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graphs remain stuck — small graphs where one node can't move the readout.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Defends?</a:t>
            </a:r>
            <a:endParaRPr lang="en-US" sz="3000" dirty="0"/>
          </a:p>
        </p:txBody>
      </p:sp>
      <p:pic>
        <p:nvPicPr>
          <p:cNvPr id="5" name="Image 0" descr="figures/chart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223760" cy="4087368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92440" y="1554480"/>
            <a:ext cx="3520440" cy="19933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Shape 4"/>
          <p:cNvSpPr/>
          <p:nvPr/>
        </p:nvSpPr>
        <p:spPr>
          <a:xfrm>
            <a:off x="8302752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186537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1540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 type ≠ defense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210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GIN, GAT, SAGE all use mean-pool and are MORE vulnerable than GCN — 100% ASR with diffusion never firing.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92440" y="3657600"/>
            <a:ext cx="3520440" cy="19842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Shape 8"/>
          <p:cNvSpPr/>
          <p:nvPr/>
        </p:nvSpPr>
        <p:spPr>
          <a:xfrm>
            <a:off x="8302752" y="38862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396849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154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Defend the READOUT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2104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median-pool resists (92.46%). The pooling — not the aggregator — is the true attack surface.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TEST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Defeating the Median-Pool Defense</a:t>
            </a:r>
            <a:endParaRPr lang="en-US" sz="3000" dirty="0"/>
          </a:p>
        </p:txBody>
      </p:sp>
      <p:pic>
        <p:nvPicPr>
          <p:cNvPr id="5" name="Image 0" descr="figures/chart_defens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949440" cy="42062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909560" y="1554480"/>
            <a:ext cx="370332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09560" y="1554480"/>
            <a:ext cx="37033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DIFFUSION MATTERS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233172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baseline-solo ASR on the hardest fold once median-pool defends</a:t>
            </a:r>
            <a:endParaRPr lang="en-US" sz="3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92.46%</a:t>
            </a:r>
            <a:endParaRPr lang="en-US" sz="3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1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joint X+A diffusion + k_sweep</a:t>
            </a:r>
            <a:endParaRPr lang="en-US" sz="320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diffusion mechanism earns its keep precisely against defenses — on undefended models a simple baseline suffices.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7190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Lessons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2697480"/>
            <a:ext cx="10607040" cy="1143000"/>
          </a:xfrm>
          <a:prstGeom prst="rect">
            <a:avLst/>
          </a:prstGeom>
          <a:solidFill>
            <a:srgbClr val="3C4789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697480"/>
            <a:ext cx="109728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1078992" y="300837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11810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8620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Topology must be in the diffusion state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874520" y="326440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Feature-only graph diffusion is inert — it never beats a trivial injection. Edges must be an optimization variable.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77240" y="3995928"/>
            <a:ext cx="10607040" cy="1143000"/>
          </a:xfrm>
          <a:prstGeom prst="rect">
            <a:avLst/>
          </a:prstGeom>
          <a:solidFill>
            <a:srgbClr val="3C4789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995928"/>
            <a:ext cx="109728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78992" y="4306824"/>
            <a:ext cx="530352" cy="53035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41655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1605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readout is the attack surface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874520" y="4562856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convolution (GIN/GAT/SAGE) is not a defense. Defend the pooling: median or trimmed-mean.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77240" y="5294376"/>
            <a:ext cx="10607040" cy="1143000"/>
          </a:xfrm>
          <a:prstGeom prst="rect">
            <a:avLst/>
          </a:prstGeom>
          <a:solidFill>
            <a:srgbClr val="3C4789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5294376"/>
            <a:ext cx="109728" cy="1143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78992" y="5605272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71500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54589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proves itself against defenses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874520" y="586130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undefended models a baseline suffices; against median-pool, diffusion is the difference between 63% and 92%.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Diffusion-Based Node Injection Attacks</dc:title>
  <dc:subject>PptxGenJS Presentation</dc:subject>
  <dc:creator>KATZE AutoResearch</dc:creator>
  <cp:lastModifiedBy>KATZE AutoResearch</cp:lastModifiedBy>
  <cp:revision>1</cp:revision>
  <dcterms:created xsi:type="dcterms:W3CDTF">2026-05-20T04:39:12Z</dcterms:created>
  <dcterms:modified xsi:type="dcterms:W3CDTF">2026-05-20T04:39:12Z</dcterms:modified>
</cp:coreProperties>
</file>